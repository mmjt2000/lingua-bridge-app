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11)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11.</a:t>
            </a:r>
          </a:p>
          <a:p>
            <a:r>
              <a:rPr sz="1000">
                <a:latin typeface="Arial"/>
              </a:rPr>
              <a:t>Today: Used To.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used to + verbo base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USED TO = habito pasado. PS = accion terminada.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used to = /ˈjuːstə/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used to + verbo base and didn't use to.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used to + verbo base min 3 fois</a:t>
            </a:r>
          </a:p>
          <a:p>
            <a:r>
              <a:rPr sz="1000">
                <a:latin typeface="Arial"/>
              </a:rPr>
              <a:t>- didn't use to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used to + verbo base + didn't use to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11.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12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I USED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11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used to + base verb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used to and 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didn't use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Ask Did you use to...?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changes in my 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Compare past and present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did you use to do when you were a child?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Did you use to play any sport?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Did you use to have long hair?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did you use to like?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did you use to hate?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Childhood Activities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play piano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tocar piano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play piano  + play the piano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play piano when I was young."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play the piano at'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play soccer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jugar futbol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play soccer  + play every weekend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play soccer every weekend."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play to soccer'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watch cartoons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ver dibujos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watch cartoons  + on Saturday mornings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watch cartoons on Saturdays."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watch to cartoons'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Childhood Activities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long hair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tener pelo largo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have long hair  + short hair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have long hair."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have hair long'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wake up 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despertar temprano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wake up early  + on weekends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wake up early on weekends."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wake up early to'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go to bed 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acostarse tarde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go to bed late  + every night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go to bed late when I was younger."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go to bed late to'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Childhood Activities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collect stickers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coleccionar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collect stickers  + as a child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collect stickers as a child."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collect of stickers'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read comics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leer comics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used to read comics  + every afternoon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used to read comics every afternoon."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'used to read to comics'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used to playing piano.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used to play piano.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'used to' va el verbo en forma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didn't used to like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didn't use to like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'didn't' se dice 'use to', sin -d.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use to play piano.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used to play piano.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En afirmativo siempre lleva -d: 'used to'.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am used to play piano.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used to play piano.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'Be used to' = tener costumbre (con -ing). 'Used to' = solía.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used to play in the 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didn't use to like vegetables.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used to have long hair.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Now, I don't do it anymore.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Did you use to play soccer?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 used to       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 used to have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didn't use to 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Now, I              -&gt; 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Did you use to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Used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used to + BASE 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for past habits that 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Used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used to play piano.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used to have long hair.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used to live in London.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for past habits that 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Used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Past habits no longer true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Past states that have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for past habits that 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didn't use to like vegetables.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didn't use to have long 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= past habit. PS = finished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Did you use to play piano?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Yes, I did. / No, I didn't.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= past habit. PS = finished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USED TO vs 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used to play piano. (no longer)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played piano yesterday. (finished)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used to live in Paris. (no longer there)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USED TO = past habit. PS = finished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Used to = /ˈjuːstə/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used to 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She used to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We used to live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The 'd' is silent, 'to' reduces.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Used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I used to 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/ˈjuːstə/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She used to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/ˈjuːstə/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We used to 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/ˈjuːstə/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He used to study.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/ˈjuːstə/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(play) piano when I was younger.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(have) long hair.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They ___ (live) in London.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He ___ (not / like) coffee.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We ___ (go) to the beach every summer.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___ you ___ (play) soccer?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When I was a child, I ___ (play) in the park.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Now, I ___ (not / play) in the park.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9. I ___ (have) a dog. Now I ___ (not / have) a dog.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use to do when you were a child?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used to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Did you use to play any sport?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did. / No, I didn't.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Did you use to have long hair?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did. / No, I didn't.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use to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used to like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use to hate?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used to hate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Do you still do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do. / No, I don't.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Then and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When I was a child, I used to play in the park every day. I used to have a dog named Max. I didn't use to like vegetables, and I used to hate waking up early. I used to watch cartoons on Saturday mornings. Now, I don't play in the park anymore. I don't have a dog. But I like vegetables now, and I wake up early every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did the speaker use to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was the dog's name?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Did the speaker use to like vegetables?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did the speaker use to hate?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does the speaker do now?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Then and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used to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didn't use to sentences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Did you use to...?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Contrast past/present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Used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used to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- 3 didn't use to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Did you use to...?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Present Simple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THEN AND NOW   —   By: ____________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When I was a child, I used to ____________.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used to ____________ and ____________.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didn't use to ____________.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didn't use to ____________.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used to have ____________.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Now, I ____________.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don't ____________ anymore.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But I ____________ now.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Did you use to ____________?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Did you use to ____________?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have changed a 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used to + base verb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negatives with didn't use 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Did you use to...?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used to and 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compare past and present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Used to + verb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Didn't use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Story Brew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No Pressure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Used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10 sentences comparing past and present.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talking about past habits.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used to with 10 sentences.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used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