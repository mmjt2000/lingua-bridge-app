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04)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04.</a:t>
            </a:r>
          </a:p>
          <a:p>
            <a:r>
              <a:rPr sz="1000">
                <a:latin typeface="Arial"/>
              </a:rPr>
              <a:t>Today: Be going to.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(4)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Be going to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going to + verbo base.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Be going to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going to + verbo base.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Be going to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going to + verbo base.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Be going to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going to + verbo base.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Be going to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going to + verbo base.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gonna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Be going to and Preguntas.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Be going to min 3 fois</a:t>
            </a:r>
          </a:p>
          <a:p>
            <a:r>
              <a:rPr sz="1000">
                <a:latin typeface="Arial"/>
              </a:rPr>
              <a:t>- Preguntas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Be going to + Preguntas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04.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05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MY FUTURE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04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future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'be going to'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Make affirmative, question, 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tomorrow, this weekend, next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Connect with and/but/because/then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Present plans in 60-90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are you going to do tomorrow?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Are you going to study tonight?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are you going to do this weekend?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Are you going to go out?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Are you going to watch a movie?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Future Activities (1/4)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estudiar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study English  + study tonight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going to study tonight."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'study to English'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trabajar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work tomorrow  + work from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"She's going to work tomorrow."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'work to home'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travel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viajar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travel abroad  + travel next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"They're going to travel to Spain."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'travel to abroad'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Future Activities (2/4)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visit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visitar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visit my family  + visit a museum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going to visit my grandmother."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'visit to my grandmother'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cocinar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cook dinner  + cook at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"She's going to cook tomorrow."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'cook a dinner'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mirar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watch a movie  + watch 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going to watch a movie tonight."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'watch to a movie'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Future Activities (3/4)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reunirse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meet a friend  + meet at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going to meet a friend tomorrow."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'meet with to a friend'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comprar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buy a gift  + buy new clothes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going to buy a new phone."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'buy to myself'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limpiar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clean my room  + clean the 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"She's going to clean her room."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'clean up to my room'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Future Activities (4/4)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practicar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practice English  + practice every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going to practice English every day."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'practice to English'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will going to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I'm going to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No se combinan 'will' y 'going to'.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go to study tomorrow.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I'm going to study tomorrow.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Para planes futuros se usa 'be going to', no presente simple.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Tomorrow in the morning.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Tomorrow morning.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dice 'tomorrow morning', sin 'in the'.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The next week I will travel.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Next week I will travel.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dice 'next week', sin 'the'.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going to study tonight.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going to visit my family.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going to cook dinner.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not going to go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It's going to be a busy weekend.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Tomorrow I'm going to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This weekend I'm going to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I'm not going to        -&gt; 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I'm going to ____ because ____.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It's going to be ____.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Be Going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SUBJECT + am/is/are + going to + BASE VERB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going to + BASE verb.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Be Going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am going to study.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is going to work.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are going to travel.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going to + BASE verb.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Be Going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Intention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Plan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going to + BASE verb.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not going to study.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isn't going to work.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aren't going to travel.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contractions in speech.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Are you going to study? Yes, I am. / No, I'm not.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Is she going to work? Yes, she is. / No, she isn't.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contractions in speech.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Gonna Reduction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going to -&gt; gonna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I'm going to study -&gt; I'm gonna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She's going to work -&gt; She's gonna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We're going to travel -&gt; We're gonna travel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Informal: gonna. Formal: going 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Gonna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I'm gonna 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/ˈɡənə/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She's gonna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/ˈɡənə/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We're gonna travel.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/ˈɡənə/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He's gonna study.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/ˈɡənə/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going to study. (am/is/are)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___ going to cook.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They ___ going to travel.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___ you going to work?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 ___ not going to go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She is going to travel. -&gt; Question?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They are going to cook. -&gt; Negative?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are you going to do tomorrow?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going to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about this weekend?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going to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Are you going to study?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am. / No, I'm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Who are you going to see?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going to see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are you going to eat?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going to eat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Why are you going to do that?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Because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Next Weekend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Next weekend, I am going to relax on Saturday morning. Then, I am going to clean my apartment and cook lunch. In the afternoon, I am going to meet a friend. On Sunday, I am going to study English and watch a movie. I am going to have a busy but nice weekend.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What is the speaker going to do Saturday morning?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is the speaker going to clean?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Who is the speaker going to meet?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is the speaker going to do Sunday?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Is the weekend going to be busy?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My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going to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time expressions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connectors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'because'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80-100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20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Be going to + connectors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going to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time expressions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connectors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'because'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MY FUTURE PLANS   —   By: ____________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This weekend, I am going to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Then, I am going to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After that, I am going to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am going to ____________ because ____________.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Next week, I am going to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not going to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Finally, I am going to ____________.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going to in affirmative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Are you going to...?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isn't/aren't going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future time expressions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explain a plan in 60-90 sec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Be going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Negatives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Coffee Break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Dream Big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Going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8-10 sentences about your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talking about plans.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gonna with 10 sentences.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be going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