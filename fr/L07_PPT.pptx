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3D1F5C"/>
                </a:solidFill>
                <a:latin typeface="Arial"/>
              </a:rPr>
              <a:t>Leçon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000000"/>
                </a:solidFill>
                <a:latin typeface="Arial"/>
              </a:rPr>
              <a:t>Je vais, je fais - Verbes irréguliers · Aller, faire, venir, prendre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Objectifs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- Conjuguer les verbes aller, faire, venir, prendre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- Parler de mes déplacements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- Dire ce que je fais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- Utiliser le futur proche (je vais + infinitif)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- Décrire ma journée avec des verbes irréguliers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aller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/a.le/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Je vais à l'école.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faire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hacer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/fɛʁ/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Je fais mes devoirs.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venir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venir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/və.niʁ/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Je viens du Mexique.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prendre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tomar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/pʁɑ̃dʁ/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Je prends le bus.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Verbes irréguliers essentiels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ALLER :  je vais, tu vas, il va, nous allons, vous allez, ils vont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FAIRE :  je fais, tu fais, il fait, nous faisons, vous faites, ils font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VENIR :  je viens, tu viens, il vient, nous venons, vous venez, ils viennent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PRENDRE : je prends, tu prends, il prend, nous prenons, vous prenez, ils prennent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Prononciation : le 'oi' /wa/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toi, moi, bois, voiture, voir, boire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Le 'oi' se prononce toujours /wa/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Dialogue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— Tu vas où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Je vais à l'école. Et toi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Je vais au parc. Tu fais quoi ce soir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Je fais mes devoirs. Tu viens avec moi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Oui ! Je prends le bus à 6h.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A toi 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1. Je ______ à l'école.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2. Tu ______ tes devoirs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3. Elle ______ du Mexique.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4. Nous ______ le train.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