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Est-ce que...? - Les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- Poser une question par intonation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est-ce que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Utiliser l'inversion sujet-verbe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Poser des questions sur la vie quotidienne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- Répondre aux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Est-ce que...?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¿...?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/ɛs.kə/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Est-ce que tu parles français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Qui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¿Quién?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Qui est-ce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Quoi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¿Qué?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/kwa/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C'est quoi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Où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¿Dónde?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Où habites-tu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Quand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¿Cuándo?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/kɑ̃/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Quand arrives-tu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  <a:latin typeface="Arial"/>
              </a:rPr>
              <a:t>FR  Comment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  <a:latin typeface="Arial"/>
              </a:rPr>
              <a:t>ES  ¿Cómo?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  <a:latin typeface="Arial"/>
              </a:rPr>
              <a:t>Pron: /kɔ.mɑ̃/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  <a:latin typeface="Arial"/>
              </a:rPr>
              <a:t>Ex: Comment vas-tu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Les 3 formes de la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Intonation (familier)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Tu parles français ?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2. Est-ce que (neutre)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Est-ce que tu parles français ?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3. Inversion (formel)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Parles-tu français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Intonation montante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À l'oral, la voix monte à la fin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Tu parles français ? 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Est-ce que tu parles français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Oui, un peu.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Où habites-tu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J'habite à Mexico.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Moi, j'habite à Montréal.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A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1. ______ tu parles français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Où ______-tu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Comment ______-tu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Quand ______-tu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