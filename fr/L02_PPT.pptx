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Leçon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Je suis... — Verbe être · Nationalités · Professions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Conjuguer le verbe être au présent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Dire ma nationalité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Dire ma profession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Utiliser je suis / tu es / il est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Poser la question : 'Tu es d'ou 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être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ser/estar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/ɛtʁ/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suis français.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français(e)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francés(a)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/fʁɑ̃.sɛ/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suis français.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mexicain(e)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mexicano(a)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/mɛk.si.kɛ̃/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Elle est mexicaine.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étudiant(e)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estudiante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/e.ty.djɑ̃/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suis étudiante.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professeur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profesor(a)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/pʁɔ.fɛ.sœʁ/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Il est professeur.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médecin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médico(a)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/med.sɛ̃/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Elle est médecin.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Le verbe ÊTRE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Je suis        Nous sommes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Tu es          Vous êtes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Il/Elle est    Ils/Elles sont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Exemples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Je suis mexicaine.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Tu es étudiant.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Elle est professeur.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voyelles nasales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on  -&gt; /ɔ̃/ (bonjour, bonbon)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an  -&gt; /ɑ̃/ (français, dans)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in  -&gt; /ɛ̃/ (mexicain, vin)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Exercice : répéter 3 fois chaque mot.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Bonjour ! Tu es d'ou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suis du Mexique. Je suis mexicaine.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Et tu es étudiante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Oui, je suis étudiante. Et toi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suis français. Je suis professeur.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À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Je ______ mexicaine.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Tu ______ étudiant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Elle ______ professeur.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Nous ______ amis.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