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Le, la, lui, leur - Pronoms compléments d'objet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Utiliser le, la, les (COD)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lui, leur (COI)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Éviter la répétition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Parler de personnes et de choses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les pronoms dans une conversation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le (COD)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/lə/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le vois.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la (COD)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/la/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la connais.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les (COD)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los/las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les aime.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lui (COI)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le (a él)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/lɥi/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lui parle.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leur (COI)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les (a ellos)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/lœʁ/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leur écris.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Pronoms compléments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COD (remplace un objet direct)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le (masc.), la (fém.), les (pluriel)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COI (remplace un objet indirect - à + personne)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lui (sing.), leur (pluriel)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Exemples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vois Paul -&gt; Je LE vois.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parle à Paul -&gt; Je LUI parle.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lui / leur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lui = /lɥi/ (le 'ui' est spécial)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leur = /lœʁ/ (comme 'sœur')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Tu connais Marie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Oui, je la connais très bien.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Et ses parents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les ai vus hier. Je leur ai parlé.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Je vois Paul. -&gt; Je ______ vois.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Je connais Marie. -&gt; Je ______ connais.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Je parle à Paul. -&gt; Je ______ parle.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