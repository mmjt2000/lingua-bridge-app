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Je parle — Verbes en -er · Activités quotidiennes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Conjuguer les verbes en -er au présent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Parler de mes activités quotidiennes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Utiliser je parle, je mange, j'écoute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Dire ce que j'aime / je n'aime pas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Décrire ma journée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parler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hablar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/paʁ.le/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parle français.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manger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comer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/mɑ̃.ʒe/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mange à midi.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écouter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escuchar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/e.ku.te/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J'écoute de la musique.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regarder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/ʁə.ɡaʁ.de/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regarde la télé.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travailler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trabajar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/tʁa.va.je/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travaille à la maison.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amar/gustar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/e.me/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J'aime le chocolat.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Verbes en -ER (présent)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PARLER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Je parl-e       Nous parl-ons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Tu parl-es      Vous parl-ez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Il/Elle parl-e  Ils/Elles parl-ent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Même modèle pour : manger, écouter, regarder, travailler, aimer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-er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-er final -&gt; /e/ (parler, manger, aimer)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Attention : ne pas dire /ɛʁ/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parler = /paʁ.le/ (pas /paʁ.lɛʁ/)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Qu'est-ce que tu aimes faire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J'aime écouter de la musique et regarder des films.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Tu parles français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Oui, je parle un peu français.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Tu travailles ou tu étudies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J'étudie et je travaille le week-end.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À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Je ______ français.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Tu ______ de la musique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Elle ______ à la maison.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Nous ______ le chocolat.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