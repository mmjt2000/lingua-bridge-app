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3D1F5C"/>
                </a:solidFill>
                <a:latin typeface="Arial"/>
              </a:rPr>
              <a:t>Leçon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000000"/>
                </a:solidFill>
                <a:latin typeface="Arial"/>
              </a:rPr>
              <a:t>Bonjour ! — Salutations &amp; Alphabet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• Saluer en français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Se présenter (nom)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Dire bonjour et au revoir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Connaître l'alphabet français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• Prononcer les voyelles simples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</a:rPr>
              <a:t>FR Bonjour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</a:rPr>
              <a:t>ES Buenos días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</a:rPr>
              <a:t>Pron: /bɔ̃.ʒuʁ/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</a:rPr>
              <a:t>Ex: Bonjour, je m'appelle Ingrid.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</a:rPr>
              <a:t>FR Bonsoir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</a:rPr>
              <a:t>ES Buenas tardes/noches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</a:rPr>
              <a:t>Pron: /bɔ̃.swaʁ/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</a:rPr>
              <a:t>Ex: Bonsoir, comment allez-vous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</a:rPr>
              <a:t>FR Salut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</a:rPr>
              <a:t>ES Hola (informal)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</a:rPr>
              <a:t>Pron: /sa.ly/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</a:rPr>
              <a:t>Ex: Salut, ça va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</a:rPr>
              <a:t>FR Au revoir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</a:rPr>
              <a:t>ES Adiós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</a:rPr>
              <a:t>Pron: /o ʁə.vwaʁ/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</a:rPr>
              <a:t>Ex: Au revoir, à demain 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3D1F5C"/>
                </a:solidFill>
              </a:rPr>
              <a:t>FR Merci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6B35"/>
                </a:solidFill>
              </a:rPr>
              <a:t>ES 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009B9B"/>
                </a:solidFill>
              </a:rPr>
              <a:t>Pron: /mɛʁ.si/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000000"/>
                </a:solidFill>
              </a:rPr>
              <a:t>Ex: Merci beaucoup 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Se présenter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Formule : Je m'appelle [nom].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Exemples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m'appelle Ingrid.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Je m'appelle Jean.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Question : Comment tu t'appelles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L'alphabet français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A B C D E F G H I J K L M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N O P Q R S T U V W X Y Z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Particularités :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G = /ʒe/, J = /ʒi/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R = /ɛʁ/ (guttural)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   U = /y/ (pas en espagnol)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Dialogue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— Bonjour ! Comment tu t'appelles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Bonjour ! Je m'appelle Ingrid. Et toi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Je m'appelle Jean. Enchanté !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— Enchantée !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À pratiquer en classe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2EF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1F5C"/>
                </a:solidFill>
                <a:latin typeface="Arial"/>
              </a:rPr>
              <a:t>À toi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  <a:latin typeface="Arial"/>
              </a:rPr>
              <a:t>Complète avec ton prénom :</a:t>
            </a:r>
          </a:p>
          <a:p/>
          <a:p>
            <a:r>
              <a:rPr sz="1800">
                <a:solidFill>
                  <a:srgbClr val="000000"/>
                </a:solidFill>
                <a:latin typeface="Arial"/>
              </a:rPr>
              <a:t>1. Bonjour, je m'appelle ______.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2. Comment tu t'appelles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3. Salut ! Ça va ?</a:t>
            </a:r>
          </a:p>
          <a:p>
            <a:r>
              <a:rPr sz="1800">
                <a:solidFill>
                  <a:srgbClr val="000000"/>
                </a:solidFill>
                <a:latin typeface="Arial"/>
              </a:rPr>
              <a:t>4. Au revoir, à demain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