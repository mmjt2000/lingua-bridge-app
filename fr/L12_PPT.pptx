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3D1F5C"/>
                </a:solidFill>
                <a:latin typeface="Arial"/>
              </a:rPr>
              <a:t>Leçon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000000"/>
                </a:solidFill>
                <a:latin typeface="Arial"/>
              </a:rPr>
              <a:t>Plus... que - Comparatifs · Superlatifs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Objectifs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- Comparer deux choses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Utiliser plus... que, moins... que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Utiliser aussi... que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Former le superlatif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Utiliser les comparatifs irréguliers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plus... 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más... 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/ply kə/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Il est plus grand que moi.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moins... 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menos... 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/mwɛ̃ kə/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Elle est moins rapide.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aussi... 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tan... como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/o.si kə/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Tu es aussi grand que moi.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meilleur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mejor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/mɛ.jœʁ/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C'est meilleur que ça.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le meilleur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el mejor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/lə mɛ.jœʁ/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C'est le meilleur restaurant.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Comparatifs et superlatifs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COMPARATIFS :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plus... que   (más... que)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moins... que  (menos... que)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aussi... que  (tan... como)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IRRÉGULIERS :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bon -&gt; meilleur -&gt; le meilleur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mauvais -&gt; pire -&gt; le pire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Prononciation : plus /ply/ ou /plys/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plus = /ply/ devant consonne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plus = /plys/ devant voyelle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plus = /plys/ en fin de phrase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Dialogue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— Tu préfères Paris ou Montréal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Paris est plus grande que Montréal.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Mais Montréal est moins chère.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C'est vrai. Mais Paris est plus belle.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A toi 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1. Paul est ______ grand ______ moi.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2. Ce livre est ______ intéressant.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3. C'est ______ meilleur restaurant.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