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Leçon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Le / la / les — Articles définis · Genre des noms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• Utiliser le, la, les, l'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Identifier le genre des noms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Utiliser un, une, des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Distinguer masculin / féminin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Parler des objets du quotidien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le livre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el libro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/lə livʁ/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Le livre est rouge.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la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la mesa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/la tabl/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La table est grande.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la voiture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el coche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/la vwa.tyʁ/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La voiture est neuve.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l'école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la escuela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/le.kɔl/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L'école est loin.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les amis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los amigos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/le.za.mi/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Les amis sont là.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un ordinateur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una computadora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/œ̃.nɔʁ.di.na.tœʁ/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Un ordinateur neuf.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Articles définis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Masculin singulier :   le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Féminin singulier :    la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Devant voyelle :       l'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Pluriel :              les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Exemples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le livre / la table / l'école / les amis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Prononciation : le /y/ vs /u/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/y/ = 'u' français (tu, une)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/u/ = 'ou' (tout, cour)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Paires minimales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tu / tout    ·    su / sous    ·    rue / roue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C'est quoi, ça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C'est un livre. Le livre est à moi.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Et ça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C'est une table. La table est grande.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Et là-bas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Les chaises sont dans la cuisine.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À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______ livre est rouge.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______ table est grande.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______ école est loin.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4. ______ amis sont ici.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