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3D1F5C"/>
                </a:solidFill>
                <a:latin typeface="Arial"/>
              </a:rPr>
              <a:t>Lecon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000000"/>
                </a:solidFill>
                <a:latin typeface="Arial"/>
              </a:rPr>
              <a:t>Je vais partir - Futur proche et futur simple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Objectifs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- Former le futur proche (aller + infinitif)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- Former le futur simple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- Exprimer des projets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- Distinguer les deux futurs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- Parler de mes projets d'avenir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je vais manger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voy a comer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/ʒə vɛ mɑ̃.ʒe/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Je vais manger.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partir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salir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/paʁ.tiʁ/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Je vais partir demain.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voyager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viajar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/vwa.ja.ʒe/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Je vais voyager.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travailler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trabajar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/tʁa.va.je/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Je vais travailler.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bientot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pronto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/bjɛ̃.to/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A bientot 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plus tard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mas tarde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/ply taʁ/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Plus tard, je voyagerai.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Futur proche vs Futur simple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FUTUR PROCHE (familier, proche) :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aller (present) + INFINITIF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Je vais manger.</a:t>
            </a:r>
          </a:p>
          <a:p/>
          <a:p>
            <a:r>
              <a:rPr sz="1800">
                <a:solidFill>
                  <a:srgbClr val="000000"/>
                </a:solidFill>
                <a:latin typeface="Arial"/>
              </a:rPr>
              <a:t>FUTUR SIMPLE (formel, lointain) :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INFINITIF + terminaisons -ai, -as, -a, -ons, -ez, -ont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Je mangerai.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Prononciation : futur simple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mangerai = /mɑ̃.ʒə.ʁe/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-ai = /e/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-ons = /ɔ̃/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Attention : different du conditionnel 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Dialogue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— Qu'est-ce que tu vas faire ce week-end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Je vais voir mes amis. Et toi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Je vais travailler. Et en 2027, tu feras quoi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Je voyagerai en France 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A toi 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1. Je ______ manger. (futur proche)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2. Je ______ (manger). (futur simple)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3. Nous ______ partir.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4. Ils ______ voyager.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