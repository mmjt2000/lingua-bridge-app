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Mon / ma / mes - Adjectifs possessifs · Démonstratifs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Utiliser mon, ma, mes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ton, ta, tes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ce, cette, ces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Parler de mes affaires personnelles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Décrire ma famille avec les possessifs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mon père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mi padre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/mɔ̃ pɛʁ/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Mon père est médecin.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ma mère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mi madre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/ma mɛʁ/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Ma mère est professeur.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mes amis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mis amigos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/me.za.mi/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Mes amis sont gentils.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ce livre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este libro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/sə livʁ/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Ce livre est à moi.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cette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esta mesa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/sɛt tabl/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Cette table est grande.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Adjectifs possessifs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Masculin :  mon, ton, son, notre, votre, leur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Féminin :   ma, ta, sa, notre, votre, leur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Pluriel :   mes, tes, ses, nos, vos, leurs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Devant voyelle : mon, ton, son (même au féminin)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mon amie (pas 'ma amie')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mon / ma / 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mon = /mɔ̃/ nasal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ma = /ma/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mes = /me/ (fermé)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C'est ton livre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c'est mon livre. Et ça, c'est ma calculatrice.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Et ces stylos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Ce sont mes stylos.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______ père est médecin.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______ mère est professeur.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______ amis sont ici.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C'est ______ livre.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