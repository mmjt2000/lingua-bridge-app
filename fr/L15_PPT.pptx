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Lecon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Quand j'etais... - Imparfait (introduction)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Former l'imparfait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Decrire une situation passee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Comparer passe compose et imparfait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Raconter mon enfance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quand + imparfait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etais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era/estaba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/e.tɛ/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Quand j'etais jeune...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avais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tenia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/a.vɛ/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J'avais 10 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habitais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vivia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/a.bi.tɛ/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J'habitais a Paris.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jouais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jugaba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/ʒwɛ/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jouais au foot.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allais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/a.lɛ/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J'allais a l'ecole.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voulais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queria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/vu.lɛ/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voulais un chien.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L'imparfait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Formule : RADICAL (nous au present) + terminaisons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Terminaisons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-ais, -ais, -ait, -ions, -iez, -aient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Exemples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parler -&gt; je parlais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finir  -&gt; je finissais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avoir  -&gt; j'avais (irregulier)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etre   -&gt; j'etais (irregulier)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-ais / -ait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-ais = /ɛ/ (comme 'e' ouvert)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-ait = /ɛ/ (meme son)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Toutes les terminaisons -ais/-ais/-ait/-aient = /ɛ/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Tu habitais ou quand tu etais petite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J'habitais a Guadalajara.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Tu jouais a quoi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jouais au tennis avec mes amis.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Tu aimais l'ecole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j'aimais beaucoup 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Quand j'______ jeune, j'habitais a Paris.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J'______ 10 ans.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Je ______ au foot.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J'______ a l'ecole.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