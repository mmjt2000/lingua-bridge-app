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J'ai mange - Passe compose avec avoir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Former le passe compose avec avoir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le participe passe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Raconter des evenements passes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Distinguer present et passe compose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Parler de ma journee d'hier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comer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/mɑ̃.ʒe/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mange une pomme.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parler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hablar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/paʁ.le/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parle a Marie.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finir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terminar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/fi.niʁ/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fini mes devoirs.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/vwaʁ/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vu un film.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faire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/fɛʁ/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fait du sport.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prendre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tomar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/pʁɑ̃dʁ/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pris le bus.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Passe compose avec AVOIR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Formule : AVOIR (present) + PARTICIPE PASSE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AVOIR :  j'ai, tu as, il a, nous avons, vous avez, ils ont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Participe passe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-er  -&gt;  -e     (manger -&gt; mange)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-ir  -&gt;  -i     (finir -&gt; fini)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irreguliers :  fait, pris, vu, eu, 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participe passe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mange = /mɑ̃.ʒe/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parle = /paʁ.le/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fini = /fi.ni/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Le -e final ne se prononce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Qu'est-ce que tu as fait hier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J'ai mange au restaurant et j'ai vu un film.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Tu as aime le film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j'ai adore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J'______ mange une pizza.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Tu ______ parle a Marie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Elle ______ fini ses devoirs.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Nous ______ vu un film.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