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Lecon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Je voudrais - Conditionnel de politesse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Former le conditionnel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la politesse en francais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Commander au restaurant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Faire des demandes polies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Exprimer un souhait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je voudrais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quisiera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/ʒə vu.dʁɛ/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voudrais un cafe.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j'aimerais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me gustaria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/ʒɛ.mə.ʁɛ/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J'aimerais voyager.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pourriez-vous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podria usted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/pu.ʁje vu/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Pourriez-vous m'aider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s'il vous plait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por favor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/sil vu plɛ/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Un cafe, s'il vous plait.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/mɛʁ.si/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Merci beaucoup.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Conditionnel de politesse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Formule : INFINITIF + terminaisons de l'imparfait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-ais, -ais, -ait, -ions, -iez, -aient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Exemples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vouloir -&gt; je voudrais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aimer   -&gt; j'aimerais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pouvoir -&gt; je pourrais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Utilise pour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Commander, demander, souhaiter poliment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je voudrais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voudrais = /vu.dʁɛ/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-ais = /ɛ/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Ne pas rouler le 'r' 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Bonjour, je voudrais un cafe, s'il vous plait.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Tres bien. Et avec ca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J'aimerais aussi un croissant.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Voila. Ce sera tout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Oui, merci beaucoup.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Je ______ un cafe.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J'______ voyager en France.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______ m'aider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Un the, s'il vous ______.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