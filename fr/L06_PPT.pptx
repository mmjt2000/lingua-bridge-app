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3D1F5C"/>
                </a:solidFill>
                <a:latin typeface="Arial"/>
              </a:rPr>
              <a:t>Leçon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000000"/>
                </a:solidFill>
                <a:latin typeface="Arial"/>
              </a:rPr>
              <a:t>Quelle heure ? — Nombres · Heure · Dates · Jours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Objectifs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• Compter de 0 à 100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• Dire l'heure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• Dire la date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• Dire les jours de la semaine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• Poser la question : 'Quelle heure est-il ?'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uno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/œ̃/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J'ai un frère.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deux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/dø/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Il est deux heures.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trois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tres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/tʁwa/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Trois amis.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lundi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lunes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/lœ̃.di/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Lundi, je travaille.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janvier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enero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/ʒɑ̃.vje/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En janvier, il fait froid.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l'heure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la hora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/lœʁ/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Quelle heure est-il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Dire l'heure et la 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Heure :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Il est une heure.         (1h00)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Il est deux heures.        (2h00)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Il est deux heures et quart.  (2h15)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Il est deux heures et demie.  (2h30)</a:t>
            </a:r>
          </a:p>
          <a:p/>
          <a:p>
            <a:r>
              <a:rPr sz="1800">
                <a:solidFill>
                  <a:srgbClr val="000000"/>
                </a:solidFill>
                <a:latin typeface="Arial"/>
              </a:rPr>
              <a:t>Date :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Aujourd'hui, c'est lundi 21 septembre.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Prononciation : liaison et nombres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Nombres à pratiquer : 1-10, 20, 30, 40</a:t>
            </a:r>
          </a:p>
          <a:p/>
          <a:p>
            <a:r>
              <a:rPr sz="1800">
                <a:solidFill>
                  <a:srgbClr val="000000"/>
                </a:solidFill>
                <a:latin typeface="Arial"/>
              </a:rPr>
              <a:t>Liaisons :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deux_heures -&gt; /dø.zœʁ/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trois_amis -&gt; /tʁwa.za.mi/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Dialogue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— Quelle heure est-il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Il est deux heures et demie.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Merci ! Et quel jour on est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On est lundi 21 septembre.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Parfait, à demain 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À toi 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1. Il est ______ heures.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2. Aujourd'hui, c'est ______.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3. J'ai ______ ans.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4. Quel jour ______-on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