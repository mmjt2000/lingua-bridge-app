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Leçon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Je ne... pas - La négation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 Formuler une phrase négative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ne... pas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ne... jamais, ne... rien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Dire ce que je n'aime pas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Comprendre la négation à l'oral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ne... 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/nə pa/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ne parle pas anglais.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ne... jamais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nunca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/nə ʒa.mɛ/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ne fume jamais.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ne... rien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/nə ʁjɛ̃/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ne comprends rien.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ne... plus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ya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/nə ply/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ne travaille plus ici.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ne... personne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nadie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/nə pɛʁ.sɔn/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ne vois personne.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La négation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Formule : SUJET + NE + VERBE + PAS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Exemples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Je ne parle pas anglais.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Tu ne manges pas de viande.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Attention : ne -&gt; n' devant voyelle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Je n'aime pas (pas 'je ne aime pas')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ne -&gt; n'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Je ne aime pas -&gt; Je n'aime pas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La liaison est obligatoire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Tu parles anglais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Non, je ne parle pas anglais.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Tu aimes le café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Non, je n'aime pas le café.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Je ______ parle ______ anglais.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Elle ______ mange ______ de viande.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Nous ______ comprenons ______.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Tu ______ aimes ______ le café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