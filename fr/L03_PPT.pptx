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J'ai... — Verbe avoir · Âge · Famille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Conjuguer le verbe avoir au présent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Dire mon âge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Parler de ma famille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Utiliser j'ai / tu as / il a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Poser la question : 'Tu as quel âge 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avoir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tener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/a.vwaʁ/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15 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l'âge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la edad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/laʒ/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Quel âge as-tu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le frère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el hermano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/fʁɛʁ/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un frère.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la sœur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la hermana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/sœʁ/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deux sœurs.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les parents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los padres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/pa.ʁɑ̃/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Mes parents habitent ici.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l'enfant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el nino/la nina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/ɑ̃.fɑ̃/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Ils ont un enfant.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Le verbe AVOIR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J'ai           Nous avons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Tu as          Vous avez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Il/Elle a      Ils/Elles ont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Exemples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J'ai 15 ans.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Tu as un frère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Elle a deux sœurs.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le 'r' français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Le 'r' est guttural, pas roulé.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Il vient du fond de la gorge.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Mots à pratiquer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frère, sœur, parents, avoir, âge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Tu as quel âge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J'ai 15 ans. Et toi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J'ai 30 ans. Tu as des frères ou sœurs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j'ai un frère et deux sœurs.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Ah, une grande famille 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À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J'______ 15 ans.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Tu ______ des frères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Elle ______ une sœur.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Nous ______ deux enfants.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