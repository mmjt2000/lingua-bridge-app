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Lecon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Je suis alle - Passe compose avec etre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 Former le passe compose avec etre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Connaitre les 14 verbes qui utilisent etre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Accorder le participe passe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Raconter un voyage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Distinguer avoir et etre au passe compose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/a.le/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suis alle a Paris.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venir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venir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/və.niʁ/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Elle est venue hier.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partir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salir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/paʁ.tiʁ/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Nous sommes partis.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arriver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llegar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/a.ʁi.ve/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Il est arrive a 8h.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rester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quedar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/ʁɛs.te/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suis reste a la maison.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tomber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caer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/tɔ̃.be/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Elle est tombee.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Passe compose avec ETRE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14 verbes utilisent ETRE (pas avoir)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aller, venir, partir, arriver, entrer, sortir,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monter, descendre, rester, tomber, naitre, mourir,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retourner, passer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Formule : ETRE + PARTICIPE PASSE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ACCORD obligatoire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Je suis alle     (masc.)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Je suis allee    (fem.)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participe passe feminin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alle = /a.le/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allee = /a.le/ (meme prononciation)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L'accord s'entend a l'ecrit, pas a l'oral.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Tu es alle ou hier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Je suis alle au cinema. Et toi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Je suis restee a la maison.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Tu es sortie le soir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Non, je suis allee au lit tot.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Je ______ alle au marche.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Elle ______ venue hier.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Nous ______ partis a 8h.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Ils ______ arrives en retard.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