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Recapitulons - Revision generale + projet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Reviser toutes les notions apprises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Mettre en pratique tout le contenu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Preparer le projet final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Faire un bilan du cours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Se preparer pour le niveau A2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bonjour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buenos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/bɔ̃.ʒuʁ/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Bonjour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/mɛʁ.si/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Merci beaucoup.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au revoir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/o ʁə.vwaʁ/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Au revoir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s'il vous plait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por favor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/sil vu plɛ/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Un cafe, s'il vous plait.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excusez-moi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disculpe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/ɛks.ky.ze mwa/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Excusez-moi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Recapitulatif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Les 5 temps principaux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Present       : je parle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Passe compose : j'ai parle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Imparfait     : je parlais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Futur proche  : je vais parler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Futur simple  : je parlerai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Et aussi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Conditionnel : je parlerais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Imperatif    : parle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Recapitulatif de prononciation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Voyelles nasales : on, an, in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u vs ou : tu / tout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r guttural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Liaisons : les amis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Lettres muettes : petit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Alors, tu as aime ce cours de francais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beaucoup ! J'ai appris plein de choses.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peux te presenter maintenant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Bien sur ! Bonjour, je m'appelle Ingrid. J'ai 15 ans, je suis mexicaine. J'aime la musique et je vais continuer a apprendre le francais 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Presente-toi en 5 phrases.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Decris ta famille.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Raconte ton week-end dernier.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Parle de tes projets d'avenir.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