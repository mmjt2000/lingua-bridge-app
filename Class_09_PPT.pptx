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09)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09.</a:t>
            </a:r>
          </a:p>
          <a:p>
            <a:r>
              <a:rPr sz="1000">
                <a:latin typeface="Arial"/>
              </a:rPr>
              <a:t>Today: Past Continuous.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(4)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was/were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WHEN + PS. WHILE + PC.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was/were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WHEN + PS. WHILE + PC.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was/were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WHEN + PS. WHILE + PC.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was/were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WHEN + PS. WHILE + PC.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was/were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WHEN + PS. WHILE + PC.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was/were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WHEN + PS. WHILE + PC.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was/were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WHEN + PS. WHILE + PC.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/ɜːr/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was/were + verb-ing and When/While.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was/were + verb-ing min 3 fois</a:t>
            </a:r>
          </a:p>
          <a:p>
            <a:r>
              <a:rPr sz="1000">
                <a:latin typeface="Arial"/>
              </a:rPr>
              <a:t>- When/While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was/were + verb-ing + When/While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09.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10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WHAT WERE YOU DOING?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09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was/were + verb-ing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Describe actions in progress in the past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Ask What were you doing...?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when and while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PC and 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Describe a scene in 60-90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were you doing at 8 p.m. yesterday?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were you doing when I called you?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were you doing last Saturday morning?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Were you watching TV last night?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Were you studying at 6 p.m.?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Past Activities (1/4)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study -&gt; studying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estudiando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studying  + studying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was studying at 8 p.m. yesterday."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study'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work -&gt;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trabajando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working  + working when called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was working when I called."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work'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sleep -&gt; sleeping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durmiendo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sleeping  + sleeping when rang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was sleeping when the phone rang."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sleep'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Past Activities (2/4)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walk -&gt; walking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caminando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walking  + walking in the 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was walking home when I saw him."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walk'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cook -&gt; cooking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cocinando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cooking  + cooking dinner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"My mother was cooking dinner."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cook'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watch -&gt; watching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mirando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watching TV  + watching when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was watching TV when you arrived."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watch'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Past Activities (3/4)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listen -&gt; listening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escuchando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listening to music  + listening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was listening to music."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listen'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read -&gt; 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leyendo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reading  + reading a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was reading a book when she called."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read'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talk -&gt; talking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hablando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talking to  + talking when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was talking to my friend."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talk'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Past Activities (4/4)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drive -&gt; driving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conduciendo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was driving home  + driving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was driving home when it started to rain."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'was drive'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When I was calling, she cooked.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When she called, I was cooking.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Acción larga (PC) + acción corta (PS con 'when').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While I cooked, the phone rang.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While I was cooking, the phone rang.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'While' + Past Continuous (acción larga).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They was playing soccer.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They were playing soccer.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Con you/we/they se usa 'were', no 'was'.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was sleep when you called.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was sleeping when you called.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Después de was/were el verbo lleva -ing.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What were you doing at 8 p.m.?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was studying when you called.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While I was walking, I saw 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wasn't sleeping at 7 a.m.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Were you watching TV last night?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At 8 p.m. I was   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While I was ____, ____.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 was ____ when ____.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I wasn't ____ at 10 p.m.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Were you ____ last night?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Past Continuous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SUBJECT + was/were + VERB-ING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was/were + verb-ing.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Past Continuous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WAS/WERE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WAS: I / He / She / It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WERE: You / We / They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was/were + verb-ing.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Past Continuous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was studying at 8 p.m.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was working when I called.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They were playing soccer.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was/were + verb-ing.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Past Continuous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Action in progress at past moment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Long action interrupted by short one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Two simultaneous actions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Describing a scene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was/were + verb-ing.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Neg, Questions, When/While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wasn't sleeping.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wasn't working.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They weren't playing.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WHEN + PS. WHILE + PC.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Neg, Questions, When/While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What were you doing?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Were you watching TV? Yes, I was. / No, I wasn't.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WHEN + PS. WHILE + PC.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Neg, Questions, When/While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WHEN vs WHILE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was walking WHEN I saw him.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WHILE I was walking, I saw him.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WHEN + PS. WHILE + PC.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/ɜːr/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bird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learn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Long /ɜːr/ sound.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/ɜːr/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bird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/bɜːrd/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/wɜːrk/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/lɜːrn/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/fɜːrst/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___ (study) at 8 p.m. yesterday.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___ (work) when I called.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They ___ (play) soccer at 5 p.m.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We ___ (watch) TV when you arrived.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He ___ (sleep) at 11 p.m.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I was walking ___ I saw my friend. (when/while)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___ she was cooking, the phone rang. (when/while)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He was sleeping ___ the alarm went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were you doing at 8 p.m. yesterday?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was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were you doing when I called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was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Were you watching TV last night?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was. / No, I wasn't.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were you doing last Saturday morning?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was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Who were you with?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was with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happened?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Yesterday Evening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Yesterday evening, I was studying in my room. My mother was cooking dinner in the kitchen. My father was reading the newspaper. My brother was playing video games. At 8 p.m., the phone rang. I stopped studying and answered. It was my friend. While I was talking to him, my mother called us for dinner. We all sat at the table and ate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What was the speaker doing?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was the mother doing?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What was the father doing?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happened at 8 p.m.?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What did the speaker do when the phone rang?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What Were You Doing?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Past Continuous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Past Simple sentences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WHEN and WHILE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negative sentence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100-120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25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Past Continuous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- 5 PC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PS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when and while (1 each)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negative sentence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A SCENE IN THE PAST   —   By: ____________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Yesterday at ____________, I was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While I was ____________,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was ____________ when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My mother was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My father was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Then, I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Finally, I ____________.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It was a ____________ evening.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was/were + verb-ing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What were you doing?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make negatives with wasn't/weren't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when and while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PS and 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Was/Were + 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When/While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Learn English Through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Real English Stories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Past Continuous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8-10 sentences describing a scene.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describing yesterday at 8 p.m.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/ɜːr/ with 10 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Past Continuous.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