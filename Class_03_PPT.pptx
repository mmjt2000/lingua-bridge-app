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03)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03.</a:t>
            </a:r>
          </a:p>
          <a:p>
            <a:r>
              <a:rPr sz="1000">
                <a:latin typeface="Arial"/>
              </a:rPr>
              <a:t>Today: Past Simple irregulares.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Irregular verbs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Did/Didn't + verbo base siempre.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/ae/ vs /e/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Irregular verbs and DID/DIDN'T.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Irregular verbs min 3 fois</a:t>
            </a:r>
          </a:p>
          <a:p>
            <a:r>
              <a:rPr sz="1000">
                <a:latin typeface="Arial"/>
              </a:rPr>
              <a:t>- DID/DIDN'T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Irregular verbs + DID/DIDN'T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03.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04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MY LAST WEEKEND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03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Consolidate Past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regular and irregular verbs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Make questions with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Make negatives with DIDN'T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time expressions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Tell a story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did you do last weekend?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Did you go out?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Who did you see?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did you eat?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Did you have a good time?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Irregular Verbs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go -&gt; went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went to the park  + went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went to the park last Saturday."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'went to the park yesterday' (weird)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-&gt; had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tener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had breakfast  + had a good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had a great time last weekend."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'had a great time of it'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eat -&gt; 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ate pizza  + ate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"We ate pizza on Saturday night."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'ate to pizza'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Irregular Verbs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see -&gt; saw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saw a movie  + saw my friends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saw my friends at the park."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'saw to a movie'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buy -&gt; bought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comprar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bought a gift  + bought some 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bought a gift for my mother."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'bought to my mother'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make -&gt; made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hacer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made dinner  + made a cake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made dinner for the family."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'made a dinner'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Irregular Verbs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take -&gt; took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tomar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took a photo  + took the 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"We took photos in the park."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'took a photo of me'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get -&gt; got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obtener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got home  + got a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got home at 8 p.m."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'got to home'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did went to the park.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went to the 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No se combinan 'did' + pasado. Solo 'went'.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bought to my mother.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bought something for my mother.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'buy something FOR someone'.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taked photos.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took photos.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'Take' es irregular: take → took.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maked dinner.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made dinner.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'Make' es irregular: make → made.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First, I woke up 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Then, I had breakfast.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After that, I went to the park.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saw my friends and we talked.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Finally, I went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0332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had a great weekend!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Last Saturday I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First, I           -&gt; ________________________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Then, I            -&gt; ________________________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After that, I      -&gt; ________________________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Finally, I         -&gt; 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AFFIRMATIVE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watched a movie.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went to the park.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Did/Didn't + base verb always.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Did you watch a movie?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Did you go to the park?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Did/Didn't + base verb always.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didn't watch a movie.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didn't go to the park.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Did/Didn't + base verb always.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GOLDEN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DID / DIDN'T + BASE 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Did/Didn't + base verb always.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First = primero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 = luego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 = despues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 = finalmente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Connectors make stories 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Narr Connectors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First, I woke up late.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Then, I had breakfast.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that, I went to the park.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Finally, I went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Connectors make stories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/ae/ vs /e/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cat - 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bad - bed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man - 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had - 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sad - said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Two short vowels.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/ae/ vs /e/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/kæt/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/bed/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/mæn/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/men/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to the supermarket yesterday. (go)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I ___ a movie last night. (watch)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I ___ pizza on Saturday. (eat)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 ___ my friend last weekend. (visit)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___ some food yesterday. (buy)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You watched TV. -&gt; Question?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You went to the park. -&gt; Negative?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do last weekend?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did you go?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went to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did you see?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saw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eat?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ate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did you watch?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watched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Did you have a good 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did. Because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Last Weekend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Last weekend, I stayed at home on Saturday morning. I cleaned my room and cooked lunch. In the afternoon, I went to the park with a friend. We talked and took some pictures. On Sunday, I watched a movie and studied English for one hour. I was tired, but I had a great weekend.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Where did the speaker go?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did the speaker cook?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Who did the speaker go with?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did the speaker do on Sunday?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Did the speaker have a good weekend?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Last Weekend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Past Simple verbs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time expressions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connectors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negative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80-100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Past Simple + connectors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Past Simple verbs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irregular verbs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time expressions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connectors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MY LAST WEEKEND   —   By: ____________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Last weekend, I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First, I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Then, I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that, I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Finally, I ____________.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 ____________ because ____________.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had a ____________ weekend.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questions with DID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negatives with DIDN'T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regular and irregular verbs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time expressions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tell about my weekend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Regular verbs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Irregular verbs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DID/DIDN'T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Jason's Struggle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Luke's English Podcast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Past Simple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LyricsTraining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your weekend.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(60-90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/ae/ vs /e/ (10 pairs).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irregular verbs.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