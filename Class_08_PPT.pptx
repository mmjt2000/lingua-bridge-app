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08)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08.</a:t>
            </a:r>
          </a:p>
          <a:p>
            <a:r>
              <a:rPr sz="1000">
                <a:latin typeface="Arial"/>
              </a:rPr>
              <a:t>Today: Present Perfect Continuous.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(3)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have/has been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PP = resultado. PPC = actividad en curso.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have/has been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PP = resultado. PPC = actividad en curso.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have/has been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PP = resultado. PPC = actividad en curso.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have/has been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PP = resultado. PPC = actividad en curso.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have/has been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PP = resultado. PPC = actividad en curso.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have/has been + verb-ing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PP = resultado. PPC = actividad en curso.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/ŋ/ final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1 minutes.</a:t>
            </a:r>
          </a:p>
          <a:p>
            <a:r>
              <a:rPr sz="1000">
                <a:latin typeface="Arial"/>
              </a:rPr>
              <a:t>Use: have/has been + verb-ing and FOR/SINCE.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have/has been + verb-ing min 3 fois</a:t>
            </a:r>
          </a:p>
          <a:p>
            <a:r>
              <a:rPr sz="1000">
                <a:latin typeface="Arial"/>
              </a:rPr>
              <a:t>- FOR/SINCE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have/has been + verb-ing + FOR/SINCE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08.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09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WHAT HAVE YOU BEEN DOING?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08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783080"/>
            <a:ext cx="7132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have/has been + verb-ing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06040"/>
            <a:ext cx="7132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Ask How long have you been...?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429000"/>
            <a:ext cx="7132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Talk about ongoing activities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251960"/>
            <a:ext cx="7132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Contrast PP and PP Continuous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074920"/>
            <a:ext cx="7132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Speak 60-90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have you been doing today?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How long have you been studying English?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have you been learning recently?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Have you been practicing your pronunciation?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have you been watching lately?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Recent Activities (1/3)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study -&gt; studying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estudiando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been studying  + studying for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been studying for two hours."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been study'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work -&gt; 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trabajando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been working  + working since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"She has been working all morning."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'has been work'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learn -&gt;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aprendiendo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been learning  + learning since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been learning English since January."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been learn'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Recent Activities (2/3)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practice -&gt; practicing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practicando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been practicing  + practicing every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been practicing every day."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been practice'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wait -&gt; waiting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esperando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been waiting  + waiting for 20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been waiting for 20 minutes."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been wait'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exercise -&gt; exercising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haciendo ejercicio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been exercising  + exercising all morning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been exercising a lot lately."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been exercise'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Recent Activities (3/3)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watch -&gt; watching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mirando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been watching  + watching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been watching English movies lately."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been watch'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use -&gt; using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usando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have been using  + using an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 have been using Maryse for three months."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'have been use'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have been study.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have been studying.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Después de 'been' el verbo lleva -ing.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am been studying.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have been studying.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Se usa 'have/has been', no 'am been'.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How long did you study English?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How long have you been studying English?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Para actividad que continúa → Present Perfect Continuous.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have been studying since 3 months.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have been studying for 3 months.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FOR + duración. SINCE + punto de inicio.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What have you been doing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have been studying for two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She has been working since 8 a.m.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have been practicing recently.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haven't been sleeping well lately.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I have been studying for   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I have been learning since 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I have been ____ recently.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I haven't been ____ lately.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How long have you been ____?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Present Perfect Cont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SUBJECT + have/has + been + VERB-ING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have/has been + verb-ing.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Present Perfect Cont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have been studying English.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She has been working all morning.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have/has been + verb-ing.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Present Perfect Cont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Activity started in the past and continues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Recent activity with present result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Focus on the activity/process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have/has been + verb-ing.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PP vs PPC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PRESENT PERFECT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Focus on fact/result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have studied English for three years.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PP = result. PPC = ongoing activity.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PP vs PPC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PP CONTINUOUS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Focus on activity/process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 have been studying English for three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PP = result. PPC = ongoing activity.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PP vs PPC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Have you been studying?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How long have you been learning English?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PP = result. PPC = ongoing activity.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/ŋ/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sing - sin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thing - thin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ring - rin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king - kin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25112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25112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long - lon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Nasal /ŋ/ at the end.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/ŋ/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/sɪŋ/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/θɪŋ/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/kɪŋ/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song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/sɔːŋ/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 ___ been ___ (study) for two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She ___ been ___ (work) since 8 a.m.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How long ___ you been ___ (learn) English?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They have been ___ (practice).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He has been ___ (wait) for 20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I have studied vs have been studying (result vs process)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She has cleaned vs has been cleaning (result vs activity)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have you been doing today?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have been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How long have you been studying English?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have been studying for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have you been learning recently?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have been learning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Have you been practicing pronunciation?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Yes, I have. / No, I haven't.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have you been watching lately?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have been watching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have you been doing to improve?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have been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What Have You Been Doing?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I have been studying English for two hours today. I have also been practicing my pronunciation. My friend has been learning English too. We have been using short videos to practice listening. I have been feeling more confident recently because I have been practicing every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How long has the speaker been studying?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What has the speaker been practicing?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Who else has been learning English?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What have they been using?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Why has the speaker been feeling confident?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What Have You Been Doing?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PPC (5 times)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FOR or SINCE (2 times)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recently or lately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Answer 1 follow-up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60-90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100-120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25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Present Perfect Continuous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FOR sentences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SINCE sentences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questions with How long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WHAT HAVE YOU BEEN DOING?   —   By: ____________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have been ____________ for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have been ____________ since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have been ____________ recently.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haven't been ____________ lately.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How long have you been ____________?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How long have you been ____________?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 have been ____________.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000000"/>
                </a:solidFill>
                <a:latin typeface="Arial"/>
              </a:rPr>
              <a:t>It has been a ____________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have/has been + verb-ing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form How long have you been...?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FOR/SINCE with duration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distinguish PP from PPC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speak 60-90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Have/has been + 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FOR/SINCE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PP vs PPC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- 6 Minute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Learning for Curious Minds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PPC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Duolingo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8 sentences with Present Perfect Continuous.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(60-90 sec).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/ŋ/ with 10 pairs.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Present Perfect Continuous.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