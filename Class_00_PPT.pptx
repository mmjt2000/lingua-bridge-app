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00)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00.</a:t>
            </a:r>
          </a:p>
          <a:p>
            <a:r>
              <a:rPr sz="1000">
                <a:latin typeface="Arial"/>
              </a:rPr>
              <a:t>Today: To Be, presentarse.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TO BE (am/is/are)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TO BE = identidad, origen, edad, personalidad.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TO BE (am/is/are)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TO BE = identidad, origen, edad, personalidad.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TO BE (am/is/are)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TO BE = identidad, origen, edad, personalidad.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TO BE (am/is/are)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TO BE = identidad, origen, edad, personalidad.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/h/ aspirada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TO BE (am/is/are) and Negativos y preguntas.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TO BE (am/is/are) min 3 fois</a:t>
            </a:r>
          </a:p>
          <a:p>
            <a:r>
              <a:rPr sz="1000">
                <a:latin typeface="Arial"/>
              </a:rPr>
              <a:t>- Negativos y preguntas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TO BE (am/is/are) + Negativos y preguntas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00.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01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REVISION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Checkpoint before Class 01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00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8308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Introduce myself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0604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the verb 'to be'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2900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Describe my personality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5196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Express my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07492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Combine structures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What's your name?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Where are you from?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How old are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do you like?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How would you describe yourself?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Personality &amp; Likes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friendly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amigable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a friendly person  + very friendly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"My best friend is very friendly."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'friendly with me'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timida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a little shy  + very shy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a little shy with new people."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'shy of' (use 'shy with')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creative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creativa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very creative  + a creative person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 is very creative and artistic."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'creative of'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Personality &amp; Likes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kind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amable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very kind  + kind to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"My teacher is very kind to us."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'kind of me' (= 'kind of' = 'un poco')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music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musica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listen to music  + love music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love listening to music."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'listen music'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dancing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baile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love dancing  + go dancing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love dancing with my friends."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'make dancing'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 15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am 15 years 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En inglés se usa 'to be', no 'to have', para la edad.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am agree with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agree with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'Agree' es verbo, no adjetivo. No se usa 'am'.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People is friendly.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People are friendly.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'People' es plural en inglés.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I'm boring.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I'm bored.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'Boring' = aburrido (causa). 'Bored' = aburrido (sentimiento).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Nice to meet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I'm from Mexico.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I'm 15 years 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love music and dancing.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I'm good at drawing.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My name is  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I'm from     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I'm ___ years 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I'm friendly and ____.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I like ____ and ____.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TO 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am (I'm)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You are (You're)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He/She/It is (He's/She's/It's)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We/They are (We're/They're)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TO BE for identity, origin, age, personality.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TO 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am from Mexico.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is 15 years old.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We are students.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They are brothers.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TO BE for identity, origin, age, personality.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I'm not shy.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isn't serious.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They aren't tired.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Invert subject and verb.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Are you creative?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Yes, I am. / No, I'm not.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Is she shy?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Yes, she is. / No, she isn't.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Invert subject and verb.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/h/ Aspirated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happy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hello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The 'h' in English IS pronounced.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/h/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/haʊs/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/hæt/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happy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/ˈhæpi/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hello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/həˈloʊ/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___ from Mexico. (am/is/are)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She ___ shy. (am/is/are)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We ___ students. (am/is/are)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He ___ creative. (am/is/are)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___ you friendly? Yes, I ___.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She ___ a teacher. She's a student.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They ___ brothers.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What's your name?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My name is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Where are you from?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from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 old are you?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____ years 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do you like?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like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 would you describe yourself?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____ and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Sofia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Hi! My name is Sofia. I'm 15 years old and I'm from Mexico. I'm friendly and creative. I'm a little shy when I meet new people. I love music and dancing. I'm good at drawing.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How old is Sofia?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Where is she from?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Is she friendly?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Is she shy?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What does she love?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This Is 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3 PERSONAL INFO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ADJECTIVES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LIKES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DISLIKE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SKILL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50-70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15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TO BE + adjectives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personal info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adjectives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likes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dislike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MY PROFILE   —   By: ____________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Hello! My name is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I'm ____ years old.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I'm from ____________.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I'm ____________ and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like ____________ and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don't like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I'm good at ____________.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introduce myself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am/is/are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make negative sentences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ask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talk about my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TO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Pronunciation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- 6 Minute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Espresso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your personal profile (50-70 words).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introducing yourself.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/h/ with 10 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personality vocabulary.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